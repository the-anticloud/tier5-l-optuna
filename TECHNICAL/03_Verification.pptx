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L_OPTUNA</a:t>
            </a:r>
          </a:p>
          <a:p>
            <a:r>
              <a:t>Tier: TIER_5_WORLD_NEURO_EMBODIED</a:t>
            </a:r>
          </a:p>
          <a:p>
            <a:r>
              <a:t>Identity: Upstream optuna/optuna @ 0684fbd74793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optuna/optuna |</a:t>
            </a:r>
          </a:p>
          <a:p>
            <a:r>
              <a:t>| Commit | 0684fbd74793f71a01d713ba97bba8966be7a979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3.95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L_OPTUNA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